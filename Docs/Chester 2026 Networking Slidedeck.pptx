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3" r:id="rId5"/>
    <p:sldId id="259" r:id="rId6"/>
    <p:sldId id="258" r:id="rId7"/>
    <p:sldId id="264" r:id="rId8"/>
    <p:sldId id="260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BC70F0-5A58-4FDA-A337-9E10DFE6C398}" v="20" dt="2026-01-08T21:00:38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0655" autoAdjust="0"/>
  </p:normalViewPr>
  <p:slideViewPr>
    <p:cSldViewPr snapToGrid="0">
      <p:cViewPr varScale="1">
        <p:scale>
          <a:sx n="102" d="100"/>
          <a:sy n="102" d="100"/>
        </p:scale>
        <p:origin x="8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20" d="100"/>
          <a:sy n="120" d="100"/>
        </p:scale>
        <p:origin x="3120" y="-3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lan Shaw" userId="107c3fce-7133-4b64-a495-0c735cdc3c8e" providerId="ADAL" clId="{1F7265C6-D42C-4456-82CC-043A68518648}"/>
    <pc:docChg chg="undo custSel addSld modSld">
      <pc:chgData name="Dylan Shaw" userId="107c3fce-7133-4b64-a495-0c735cdc3c8e" providerId="ADAL" clId="{1F7265C6-D42C-4456-82CC-043A68518648}" dt="2026-01-08T21:01:04.823" v="3875" actId="20577"/>
      <pc:docMkLst>
        <pc:docMk/>
      </pc:docMkLst>
      <pc:sldChg chg="addSp delSp modSp mod setBg modNotes">
        <pc:chgData name="Dylan Shaw" userId="107c3fce-7133-4b64-a495-0c735cdc3c8e" providerId="ADAL" clId="{1F7265C6-D42C-4456-82CC-043A68518648}" dt="2026-01-08T19:10:23.780" v="70" actId="1038"/>
        <pc:sldMkLst>
          <pc:docMk/>
          <pc:sldMk cId="1516230132" sldId="256"/>
        </pc:sldMkLst>
        <pc:spChg chg="mod">
          <ac:chgData name="Dylan Shaw" userId="107c3fce-7133-4b64-a495-0c735cdc3c8e" providerId="ADAL" clId="{1F7265C6-D42C-4456-82CC-043A68518648}" dt="2026-01-06T22:16:39.923" v="3" actId="26606"/>
          <ac:spMkLst>
            <pc:docMk/>
            <pc:sldMk cId="1516230132" sldId="256"/>
            <ac:spMk id="2" creationId="{B8C18C31-AADF-098C-28F0-9624F9DFE3D8}"/>
          </ac:spMkLst>
        </pc:spChg>
        <pc:spChg chg="add">
          <ac:chgData name="Dylan Shaw" userId="107c3fce-7133-4b64-a495-0c735cdc3c8e" providerId="ADAL" clId="{1F7265C6-D42C-4456-82CC-043A68518648}" dt="2026-01-06T22:16:39.923" v="3" actId="26606"/>
          <ac:spMkLst>
            <pc:docMk/>
            <pc:sldMk cId="1516230132" sldId="256"/>
            <ac:spMk id="1031" creationId="{D4771268-CB57-404A-9271-370EB28F6090}"/>
          </ac:spMkLst>
        </pc:spChg>
        <pc:picChg chg="add mod">
          <ac:chgData name="Dylan Shaw" userId="107c3fce-7133-4b64-a495-0c735cdc3c8e" providerId="ADAL" clId="{1F7265C6-D42C-4456-82CC-043A68518648}" dt="2026-01-06T22:16:39.923" v="3" actId="26606"/>
          <ac:picMkLst>
            <pc:docMk/>
            <pc:sldMk cId="1516230132" sldId="256"/>
            <ac:picMk id="1026" creationId="{5D4E9FA8-E96F-A57A-91FC-39822193B43B}"/>
          </ac:picMkLst>
        </pc:picChg>
      </pc:sldChg>
      <pc:sldChg chg="modNotes">
        <pc:chgData name="Dylan Shaw" userId="107c3fce-7133-4b64-a495-0c735cdc3c8e" providerId="ADAL" clId="{1F7265C6-D42C-4456-82CC-043A68518648}" dt="2026-01-08T19:12:19.245" v="360" actId="20577"/>
        <pc:sldMkLst>
          <pc:docMk/>
          <pc:sldMk cId="2555694924" sldId="257"/>
        </pc:sldMkLst>
      </pc:sldChg>
      <pc:sldChg chg="addSp delSp modSp mod setBg modNotes">
        <pc:chgData name="Dylan Shaw" userId="107c3fce-7133-4b64-a495-0c735cdc3c8e" providerId="ADAL" clId="{1F7265C6-D42C-4456-82CC-043A68518648}" dt="2026-01-08T20:19:12.699" v="3267" actId="26606"/>
        <pc:sldMkLst>
          <pc:docMk/>
          <pc:sldMk cId="742167841" sldId="258"/>
        </pc:sldMkLst>
        <pc:spChg chg="mod">
          <ac:chgData name="Dylan Shaw" userId="107c3fce-7133-4b64-a495-0c735cdc3c8e" providerId="ADAL" clId="{1F7265C6-D42C-4456-82CC-043A68518648}" dt="2026-01-08T20:19:12.699" v="3267" actId="26606"/>
          <ac:spMkLst>
            <pc:docMk/>
            <pc:sldMk cId="742167841" sldId="258"/>
            <ac:spMk id="2" creationId="{21C524C4-11E1-C60C-F7A7-277BCBD5E1CC}"/>
          </ac:spMkLst>
        </pc:spChg>
        <pc:spChg chg="del">
          <ac:chgData name="Dylan Shaw" userId="107c3fce-7133-4b64-a495-0c735cdc3c8e" providerId="ADAL" clId="{1F7265C6-D42C-4456-82CC-043A68518648}" dt="2026-01-08T20:18:23.345" v="3262" actId="478"/>
          <ac:spMkLst>
            <pc:docMk/>
            <pc:sldMk cId="742167841" sldId="258"/>
            <ac:spMk id="3" creationId="{4D865AA3-A97A-8E79-23A8-9BFF973D06EA}"/>
          </ac:spMkLst>
        </pc:spChg>
        <pc:spChg chg="add del mod">
          <ac:chgData name="Dylan Shaw" userId="107c3fce-7133-4b64-a495-0c735cdc3c8e" providerId="ADAL" clId="{1F7265C6-D42C-4456-82CC-043A68518648}" dt="2026-01-08T20:18:27.010" v="3263" actId="478"/>
          <ac:spMkLst>
            <pc:docMk/>
            <pc:sldMk cId="742167841" sldId="258"/>
            <ac:spMk id="5" creationId="{BB529001-0AC7-8EE9-35FD-55B2123F3BED}"/>
          </ac:spMkLst>
        </pc:spChg>
        <pc:spChg chg="add">
          <ac:chgData name="Dylan Shaw" userId="107c3fce-7133-4b64-a495-0c735cdc3c8e" providerId="ADAL" clId="{1F7265C6-D42C-4456-82CC-043A68518648}" dt="2026-01-08T20:19:12.699" v="3267" actId="26606"/>
          <ac:spMkLst>
            <pc:docMk/>
            <pc:sldMk cId="742167841" sldId="258"/>
            <ac:spMk id="1031" creationId="{D4771268-CB57-404A-9271-370EB28F6090}"/>
          </ac:spMkLst>
        </pc:spChg>
        <pc:picChg chg="add mod">
          <ac:chgData name="Dylan Shaw" userId="107c3fce-7133-4b64-a495-0c735cdc3c8e" providerId="ADAL" clId="{1F7265C6-D42C-4456-82CC-043A68518648}" dt="2026-01-08T20:19:12.699" v="3267" actId="26606"/>
          <ac:picMkLst>
            <pc:docMk/>
            <pc:sldMk cId="742167841" sldId="258"/>
            <ac:picMk id="1026" creationId="{3B262828-CA9A-B54E-9C6C-A7650F57F097}"/>
          </ac:picMkLst>
        </pc:picChg>
      </pc:sldChg>
      <pc:sldChg chg="modSp mod modNotes">
        <pc:chgData name="Dylan Shaw" userId="107c3fce-7133-4b64-a495-0c735cdc3c8e" providerId="ADAL" clId="{1F7265C6-D42C-4456-82CC-043A68518648}" dt="2026-01-08T20:19:33.952" v="3289" actId="20577"/>
        <pc:sldMkLst>
          <pc:docMk/>
          <pc:sldMk cId="426782388" sldId="259"/>
        </pc:sldMkLst>
        <pc:spChg chg="mod">
          <ac:chgData name="Dylan Shaw" userId="107c3fce-7133-4b64-a495-0c735cdc3c8e" providerId="ADAL" clId="{1F7265C6-D42C-4456-82CC-043A68518648}" dt="2026-01-08T20:19:33.952" v="3289" actId="20577"/>
          <ac:spMkLst>
            <pc:docMk/>
            <pc:sldMk cId="426782388" sldId="259"/>
            <ac:spMk id="2" creationId="{F30295AD-A792-D5D2-0D6A-871BE7086589}"/>
          </ac:spMkLst>
        </pc:spChg>
        <pc:graphicFrameChg chg="mod modGraphic">
          <ac:chgData name="Dylan Shaw" userId="107c3fce-7133-4b64-a495-0c735cdc3c8e" providerId="ADAL" clId="{1F7265C6-D42C-4456-82CC-043A68518648}" dt="2026-01-08T20:19:25.560" v="3281" actId="20577"/>
          <ac:graphicFrameMkLst>
            <pc:docMk/>
            <pc:sldMk cId="426782388" sldId="259"/>
            <ac:graphicFrameMk id="5" creationId="{19E88D86-7C83-442A-6AAB-0879614B26E0}"/>
          </ac:graphicFrameMkLst>
        </pc:graphicFrameChg>
      </pc:sldChg>
      <pc:sldChg chg="modNotes">
        <pc:chgData name="Dylan Shaw" userId="107c3fce-7133-4b64-a495-0c735cdc3c8e" providerId="ADAL" clId="{1F7265C6-D42C-4456-82CC-043A68518648}" dt="2026-01-08T19:56:25.991" v="2917" actId="20577"/>
        <pc:sldMkLst>
          <pc:docMk/>
          <pc:sldMk cId="1568484594" sldId="260"/>
        </pc:sldMkLst>
      </pc:sldChg>
      <pc:sldChg chg="addSp delSp modSp mod modNotes">
        <pc:chgData name="Dylan Shaw" userId="107c3fce-7133-4b64-a495-0c735cdc3c8e" providerId="ADAL" clId="{1F7265C6-D42C-4456-82CC-043A68518648}" dt="2026-01-08T21:01:04.823" v="3875" actId="20577"/>
        <pc:sldMkLst>
          <pc:docMk/>
          <pc:sldMk cId="3159199136" sldId="261"/>
        </pc:sldMkLst>
        <pc:spChg chg="mod">
          <ac:chgData name="Dylan Shaw" userId="107c3fce-7133-4b64-a495-0c735cdc3c8e" providerId="ADAL" clId="{1F7265C6-D42C-4456-82CC-043A68518648}" dt="2026-01-08T20:19:53.315" v="3331" actId="20577"/>
          <ac:spMkLst>
            <pc:docMk/>
            <pc:sldMk cId="3159199136" sldId="261"/>
            <ac:spMk id="2" creationId="{3E50E40D-ED3A-7329-C124-CA857B537DBD}"/>
          </ac:spMkLst>
        </pc:spChg>
        <pc:spChg chg="del">
          <ac:chgData name="Dylan Shaw" userId="107c3fce-7133-4b64-a495-0c735cdc3c8e" providerId="ADAL" clId="{1F7265C6-D42C-4456-82CC-043A68518648}" dt="2026-01-08T18:58:21.676" v="4" actId="478"/>
          <ac:spMkLst>
            <pc:docMk/>
            <pc:sldMk cId="3159199136" sldId="261"/>
            <ac:spMk id="3" creationId="{72AC7F51-37A9-F5C5-628B-C4BDD2292036}"/>
          </ac:spMkLst>
        </pc:spChg>
        <pc:spChg chg="add del mod">
          <ac:chgData name="Dylan Shaw" userId="107c3fce-7133-4b64-a495-0c735cdc3c8e" providerId="ADAL" clId="{1F7265C6-D42C-4456-82CC-043A68518648}" dt="2026-01-08T18:58:30.116" v="6" actId="478"/>
          <ac:spMkLst>
            <pc:docMk/>
            <pc:sldMk cId="3159199136" sldId="261"/>
            <ac:spMk id="5" creationId="{5FEA0792-298D-CA81-2C65-E6753C224322}"/>
          </ac:spMkLst>
        </pc:spChg>
        <pc:spChg chg="add mod">
          <ac:chgData name="Dylan Shaw" userId="107c3fce-7133-4b64-a495-0c735cdc3c8e" providerId="ADAL" clId="{1F7265C6-D42C-4456-82CC-043A68518648}" dt="2026-01-08T21:01:04.823" v="3875" actId="20577"/>
          <ac:spMkLst>
            <pc:docMk/>
            <pc:sldMk cId="3159199136" sldId="261"/>
            <ac:spMk id="6" creationId="{B22F726C-06C9-9C91-EDA9-E931BBC8412E}"/>
          </ac:spMkLst>
        </pc:spChg>
      </pc:sldChg>
      <pc:sldChg chg="addSp delSp modSp mod modNotesTx">
        <pc:chgData name="Dylan Shaw" userId="107c3fce-7133-4b64-a495-0c735cdc3c8e" providerId="ADAL" clId="{1F7265C6-D42C-4456-82CC-043A68518648}" dt="2026-01-08T20:33:34.624" v="3828" actId="20577"/>
        <pc:sldMkLst>
          <pc:docMk/>
          <pc:sldMk cId="1801185623" sldId="262"/>
        </pc:sldMkLst>
        <pc:spChg chg="mod">
          <ac:chgData name="Dylan Shaw" userId="107c3fce-7133-4b64-a495-0c735cdc3c8e" providerId="ADAL" clId="{1F7265C6-D42C-4456-82CC-043A68518648}" dt="2026-01-08T20:33:34.624" v="3828" actId="20577"/>
          <ac:spMkLst>
            <pc:docMk/>
            <pc:sldMk cId="1801185623" sldId="262"/>
            <ac:spMk id="2" creationId="{9F76D388-A3AA-51BE-B8BB-6228BE53626B}"/>
          </ac:spMkLst>
        </pc:spChg>
        <pc:spChg chg="add del mod">
          <ac:chgData name="Dylan Shaw" userId="107c3fce-7133-4b64-a495-0c735cdc3c8e" providerId="ADAL" clId="{1F7265C6-D42C-4456-82CC-043A68518648}" dt="2026-01-08T20:30:03.333" v="3342" actId="478"/>
          <ac:spMkLst>
            <pc:docMk/>
            <pc:sldMk cId="1801185623" sldId="262"/>
            <ac:spMk id="3" creationId="{F8C1B888-C7F0-0D90-B59D-7A806B3A21D8}"/>
          </ac:spMkLst>
        </pc:spChg>
        <pc:spChg chg="add">
          <ac:chgData name="Dylan Shaw" userId="107c3fce-7133-4b64-a495-0c735cdc3c8e" providerId="ADAL" clId="{1F7265C6-D42C-4456-82CC-043A68518648}" dt="2026-01-08T20:29:50.106" v="3338"/>
          <ac:spMkLst>
            <pc:docMk/>
            <pc:sldMk cId="1801185623" sldId="262"/>
            <ac:spMk id="4" creationId="{EF1C8496-5F0D-D717-0BA2-70CAC42B6003}"/>
          </ac:spMkLst>
        </pc:spChg>
        <pc:spChg chg="add">
          <ac:chgData name="Dylan Shaw" userId="107c3fce-7133-4b64-a495-0c735cdc3c8e" providerId="ADAL" clId="{1F7265C6-D42C-4456-82CC-043A68518648}" dt="2026-01-08T20:29:50.106" v="3338"/>
          <ac:spMkLst>
            <pc:docMk/>
            <pc:sldMk cId="1801185623" sldId="262"/>
            <ac:spMk id="5" creationId="{0A79F8B5-EACF-C852-E702-99B95158DB06}"/>
          </ac:spMkLst>
        </pc:spChg>
        <pc:spChg chg="add del mod">
          <ac:chgData name="Dylan Shaw" userId="107c3fce-7133-4b64-a495-0c735cdc3c8e" providerId="ADAL" clId="{1F7265C6-D42C-4456-82CC-043A68518648}" dt="2026-01-08T20:30:03.333" v="3342" actId="478"/>
          <ac:spMkLst>
            <pc:docMk/>
            <pc:sldMk cId="1801185623" sldId="262"/>
            <ac:spMk id="6" creationId="{FF002D4A-7F89-80ED-B0DA-612CBF9B8D46}"/>
          </ac:spMkLst>
        </pc:spChg>
        <pc:spChg chg="add del mod">
          <ac:chgData name="Dylan Shaw" userId="107c3fce-7133-4b64-a495-0c735cdc3c8e" providerId="ADAL" clId="{1F7265C6-D42C-4456-82CC-043A68518648}" dt="2026-01-08T20:30:03.333" v="3342" actId="478"/>
          <ac:spMkLst>
            <pc:docMk/>
            <pc:sldMk cId="1801185623" sldId="262"/>
            <ac:spMk id="7" creationId="{7E335B9C-4F70-7867-7F66-76DA1ECEEEF4}"/>
          </ac:spMkLst>
        </pc:spChg>
        <pc:spChg chg="add mod">
          <ac:chgData name="Dylan Shaw" userId="107c3fce-7133-4b64-a495-0c735cdc3c8e" providerId="ADAL" clId="{1F7265C6-D42C-4456-82CC-043A68518648}" dt="2026-01-08T20:30:14.782" v="3344" actId="1076"/>
          <ac:spMkLst>
            <pc:docMk/>
            <pc:sldMk cId="1801185623" sldId="262"/>
            <ac:spMk id="8" creationId="{B84EB542-5871-349C-14B8-CF05F0A7312D}"/>
          </ac:spMkLst>
        </pc:spChg>
        <pc:spChg chg="add mod">
          <ac:chgData name="Dylan Shaw" userId="107c3fce-7133-4b64-a495-0c735cdc3c8e" providerId="ADAL" clId="{1F7265C6-D42C-4456-82CC-043A68518648}" dt="2026-01-08T20:30:14.782" v="3344" actId="1076"/>
          <ac:spMkLst>
            <pc:docMk/>
            <pc:sldMk cId="1801185623" sldId="262"/>
            <ac:spMk id="9" creationId="{3BF9F745-5830-EE2A-41B8-BC9312805556}"/>
          </ac:spMkLst>
        </pc:spChg>
        <pc:spChg chg="del">
          <ac:chgData name="Dylan Shaw" userId="107c3fce-7133-4b64-a495-0c735cdc3c8e" providerId="ADAL" clId="{1F7265C6-D42C-4456-82CC-043A68518648}" dt="2026-01-08T20:29:41.311" v="3335" actId="478"/>
          <ac:spMkLst>
            <pc:docMk/>
            <pc:sldMk cId="1801185623" sldId="262"/>
            <ac:spMk id="10" creationId="{3D4C1A6A-B3DC-9076-06F9-DE78BDEDB225}"/>
          </ac:spMkLst>
        </pc:spChg>
        <pc:spChg chg="add mod">
          <ac:chgData name="Dylan Shaw" userId="107c3fce-7133-4b64-a495-0c735cdc3c8e" providerId="ADAL" clId="{1F7265C6-D42C-4456-82CC-043A68518648}" dt="2026-01-08T20:32:14.518" v="3625" actId="20577"/>
          <ac:spMkLst>
            <pc:docMk/>
            <pc:sldMk cId="1801185623" sldId="262"/>
            <ac:spMk id="11" creationId="{B9457F77-335A-451E-FB45-09709319311E}"/>
          </ac:spMkLst>
        </pc:spChg>
        <pc:picChg chg="del">
          <ac:chgData name="Dylan Shaw" userId="107c3fce-7133-4b64-a495-0c735cdc3c8e" providerId="ADAL" clId="{1F7265C6-D42C-4456-82CC-043A68518648}" dt="2026-01-08T20:20:31.823" v="3334" actId="478"/>
          <ac:picMkLst>
            <pc:docMk/>
            <pc:sldMk cId="1801185623" sldId="262"/>
            <ac:picMk id="12" creationId="{68FF8910-7E6A-9DFC-2B06-3D672ADE9219}"/>
          </ac:picMkLst>
        </pc:picChg>
        <pc:picChg chg="add">
          <ac:chgData name="Dylan Shaw" userId="107c3fce-7133-4b64-a495-0c735cdc3c8e" providerId="ADAL" clId="{1F7265C6-D42C-4456-82CC-043A68518648}" dt="2026-01-08T20:29:50.106" v="3338"/>
          <ac:picMkLst>
            <pc:docMk/>
            <pc:sldMk cId="1801185623" sldId="262"/>
            <ac:picMk id="2049" creationId="{06673F72-48F6-052A-53DB-B5C4AE495F2B}"/>
          </ac:picMkLst>
        </pc:picChg>
        <pc:picChg chg="add del mod">
          <ac:chgData name="Dylan Shaw" userId="107c3fce-7133-4b64-a495-0c735cdc3c8e" providerId="ADAL" clId="{1F7265C6-D42C-4456-82CC-043A68518648}" dt="2026-01-08T20:30:03.333" v="3342" actId="478"/>
          <ac:picMkLst>
            <pc:docMk/>
            <pc:sldMk cId="1801185623" sldId="262"/>
            <ac:picMk id="2052" creationId="{F48FE8EB-21A4-6F2A-174B-AE107B197577}"/>
          </ac:picMkLst>
        </pc:picChg>
        <pc:picChg chg="add mod">
          <ac:chgData name="Dylan Shaw" userId="107c3fce-7133-4b64-a495-0c735cdc3c8e" providerId="ADAL" clId="{1F7265C6-D42C-4456-82CC-043A68518648}" dt="2026-01-08T20:30:30.937" v="3347" actId="1076"/>
          <ac:picMkLst>
            <pc:docMk/>
            <pc:sldMk cId="1801185623" sldId="262"/>
            <ac:picMk id="2055" creationId="{C5E846CF-1C24-5FA1-6B5B-36380CD5FA91}"/>
          </ac:picMkLst>
        </pc:picChg>
      </pc:sldChg>
      <pc:sldChg chg="modSp mod modNotes">
        <pc:chgData name="Dylan Shaw" userId="107c3fce-7133-4b64-a495-0c735cdc3c8e" providerId="ADAL" clId="{1F7265C6-D42C-4456-82CC-043A68518648}" dt="2026-01-08T20:19:46.684" v="3323" actId="1036"/>
        <pc:sldMkLst>
          <pc:docMk/>
          <pc:sldMk cId="4148912346" sldId="263"/>
        </pc:sldMkLst>
        <pc:spChg chg="mod">
          <ac:chgData name="Dylan Shaw" userId="107c3fce-7133-4b64-a495-0c735cdc3c8e" providerId="ADAL" clId="{1F7265C6-D42C-4456-82CC-043A68518648}" dt="2026-01-08T20:19:40.943" v="3296" actId="20577"/>
          <ac:spMkLst>
            <pc:docMk/>
            <pc:sldMk cId="4148912346" sldId="263"/>
            <ac:spMk id="2" creationId="{DC4C7064-EAE5-F530-59CD-60B3BFDFF807}"/>
          </ac:spMkLst>
        </pc:spChg>
        <pc:spChg chg="mod">
          <ac:chgData name="Dylan Shaw" userId="107c3fce-7133-4b64-a495-0c735cdc3c8e" providerId="ADAL" clId="{1F7265C6-D42C-4456-82CC-043A68518648}" dt="2026-01-08T20:19:46.684" v="3323" actId="1036"/>
          <ac:spMkLst>
            <pc:docMk/>
            <pc:sldMk cId="4148912346" sldId="263"/>
            <ac:spMk id="3" creationId="{868F6F37-461C-C1B1-C48F-5C4AC8046C98}"/>
          </ac:spMkLst>
        </pc:spChg>
      </pc:sldChg>
      <pc:sldChg chg="modNotes">
        <pc:chgData name="Dylan Shaw" userId="107c3fce-7133-4b64-a495-0c735cdc3c8e" providerId="ADAL" clId="{1F7265C6-D42C-4456-82CC-043A68518648}" dt="2026-01-08T19:47:47.071" v="2045" actId="20577"/>
        <pc:sldMkLst>
          <pc:docMk/>
          <pc:sldMk cId="4118053394" sldId="264"/>
        </pc:sldMkLst>
      </pc:sldChg>
      <pc:sldChg chg="add mod modShow modNotesTx">
        <pc:chgData name="Dylan Shaw" userId="107c3fce-7133-4b64-a495-0c735cdc3c8e" providerId="ADAL" clId="{1F7265C6-D42C-4456-82CC-043A68518648}" dt="2026-01-08T20:33:11.181" v="3787" actId="20577"/>
        <pc:sldMkLst>
          <pc:docMk/>
          <pc:sldMk cId="2091580501" sldId="265"/>
        </pc:sldMkLst>
      </pc:sldChg>
    </pc:docChg>
  </pc:docChgLst>
  <pc:docChgLst>
    <pc:chgData name="Dylan Shaw" userId="107c3fce-7133-4b64-a495-0c735cdc3c8e" providerId="ADAL" clId="{262DA66C-8B3A-4D12-B193-30362AD3A469}"/>
    <pc:docChg chg="custSel modSld">
      <pc:chgData name="Dylan Shaw" userId="107c3fce-7133-4b64-a495-0c735cdc3c8e" providerId="ADAL" clId="{262DA66C-8B3A-4D12-B193-30362AD3A469}" dt="2026-01-06T11:55:02.854" v="18" actId="1076"/>
      <pc:docMkLst>
        <pc:docMk/>
      </pc:docMkLst>
      <pc:sldChg chg="addSp modSp mod">
        <pc:chgData name="Dylan Shaw" userId="107c3fce-7133-4b64-a495-0c735cdc3c8e" providerId="ADAL" clId="{262DA66C-8B3A-4D12-B193-30362AD3A469}" dt="2026-01-06T11:55:02.854" v="18" actId="1076"/>
        <pc:sldMkLst>
          <pc:docMk/>
          <pc:sldMk cId="1516230132" sldId="256"/>
        </pc:sldMkLst>
      </pc:sldChg>
      <pc:sldChg chg="modSp mod">
        <pc:chgData name="Dylan Shaw" userId="107c3fce-7133-4b64-a495-0c735cdc3c8e" providerId="ADAL" clId="{262DA66C-8B3A-4D12-B193-30362AD3A469}" dt="2026-01-06T06:38:16.855" v="11" actId="20577"/>
        <pc:sldMkLst>
          <pc:docMk/>
          <pc:sldMk cId="426782388" sldId="259"/>
        </pc:sldMkLst>
        <pc:graphicFrameChg chg="modGraphic">
          <ac:chgData name="Dylan Shaw" userId="107c3fce-7133-4b64-a495-0c735cdc3c8e" providerId="ADAL" clId="{262DA66C-8B3A-4D12-B193-30362AD3A469}" dt="2026-01-06T06:38:16.855" v="11" actId="20577"/>
          <ac:graphicFrameMkLst>
            <pc:docMk/>
            <pc:sldMk cId="426782388" sldId="259"/>
            <ac:graphicFrameMk id="5" creationId="{19E88D86-7C83-442A-6AAB-0879614B26E0}"/>
          </ac:graphicFrameMkLst>
        </pc:graphicFrameChg>
      </pc:sldChg>
      <pc:sldChg chg="addSp delSp modSp mod setBg addAnim">
        <pc:chgData name="Dylan Shaw" userId="107c3fce-7133-4b64-a495-0c735cdc3c8e" providerId="ADAL" clId="{262DA66C-8B3A-4D12-B193-30362AD3A469}" dt="2026-01-06T06:40:19.666" v="16"/>
        <pc:sldMkLst>
          <pc:docMk/>
          <pc:sldMk cId="4118053394" sldId="264"/>
        </pc:sldMkLst>
        <pc:spChg chg="mod">
          <ac:chgData name="Dylan Shaw" userId="107c3fce-7133-4b64-a495-0c735cdc3c8e" providerId="ADAL" clId="{262DA66C-8B3A-4D12-B193-30362AD3A469}" dt="2026-01-06T06:40:19.665" v="15" actId="26606"/>
          <ac:spMkLst>
            <pc:docMk/>
            <pc:sldMk cId="4118053394" sldId="264"/>
            <ac:spMk id="2" creationId="{09AA6D5E-B573-C401-2AC4-7C2CC719D2ED}"/>
          </ac:spMkLst>
        </pc:spChg>
        <pc:spChg chg="add">
          <ac:chgData name="Dylan Shaw" userId="107c3fce-7133-4b64-a495-0c735cdc3c8e" providerId="ADAL" clId="{262DA66C-8B3A-4D12-B193-30362AD3A469}" dt="2026-01-06T06:40:19.665" v="15" actId="26606"/>
          <ac:spMkLst>
            <pc:docMk/>
            <pc:sldMk cId="4118053394" sldId="264"/>
            <ac:spMk id="2055" creationId="{9B7AD9F6-8CE7-4299-8FC6-328F4DCD3FF9}"/>
          </ac:spMkLst>
        </pc:spChg>
        <pc:spChg chg="add">
          <ac:chgData name="Dylan Shaw" userId="107c3fce-7133-4b64-a495-0c735cdc3c8e" providerId="ADAL" clId="{262DA66C-8B3A-4D12-B193-30362AD3A469}" dt="2026-01-06T06:40:19.665" v="15" actId="26606"/>
          <ac:spMkLst>
            <pc:docMk/>
            <pc:sldMk cId="4118053394" sldId="264"/>
            <ac:spMk id="2057" creationId="{3F9B0603-37C5-4312-AE4D-A3D015475403}"/>
          </ac:spMkLst>
        </pc:spChg>
        <pc:picChg chg="add mod">
          <ac:chgData name="Dylan Shaw" userId="107c3fce-7133-4b64-a495-0c735cdc3c8e" providerId="ADAL" clId="{262DA66C-8B3A-4D12-B193-30362AD3A469}" dt="2026-01-06T06:40:19.665" v="15" actId="26606"/>
          <ac:picMkLst>
            <pc:docMk/>
            <pc:sldMk cId="4118053394" sldId="264"/>
            <ac:picMk id="2050" creationId="{06726E7F-8C7E-24AB-F92B-A46B30FE27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58492-FDDA-46E5-B43C-3CAB95F1BA0F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7C507-6547-44B4-979E-C72FC3E101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75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5325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Chris simpson – intro to reviving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859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We’ve tried to all the business – there’s a wide span of businesses, but there is one common thing across all of the businesses and that is the need to grow them – if we can unlock the blockers to growth and ramp them up, it will be prosperity to the 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618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wanted to pick up the input the place has had when we got some nuggets when Darryl got the privilege of speaking with Mr Dean Hales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432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Ross 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669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Dylan – had a look at how we can make it more value-add and try and execute the input from what Darryl got.</a:t>
            </a:r>
          </a:p>
          <a:p>
            <a:endParaRPr lang="en-GB" dirty="0"/>
          </a:p>
          <a:p>
            <a:r>
              <a:rPr lang="en-GB" dirty="0"/>
              <a:t> if we could do a more focussed quarterly face to face meeting offsite at a decent venue like doubletree hotel and put some effort into getting input from the businesses of the key challenges – we could brainstorm the fixes and help hold the businesses to account to implement things</a:t>
            </a:r>
          </a:p>
          <a:p>
            <a:endParaRPr lang="en-GB" dirty="0"/>
          </a:p>
          <a:p>
            <a:r>
              <a:rPr lang="en-GB" dirty="0"/>
              <a:t>Then in between quarterly ones we’d have a quick 30 minute catch up on teams to go through the key metrics</a:t>
            </a:r>
          </a:p>
          <a:p>
            <a:endParaRPr lang="en-GB" dirty="0"/>
          </a:p>
          <a:p>
            <a:r>
              <a:rPr lang="en-GB" dirty="0"/>
              <a:t>Try and get a different person involved to facilitate each time – some suggestions below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20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Shane to talk through this – standardised reporting so we know if we’re going forward or backwards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002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Rory – we thought if we could find maybe a KPI or a couple which are common across all the businesses, then we could share these targets and hold ourselves accountable to ramp it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821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Dylan – so the idea is that on the face to face sessions, each business would get input to remove blockers to growth and ramp things up.</a:t>
            </a:r>
          </a:p>
          <a:p>
            <a:endParaRPr lang="en-GB" dirty="0"/>
          </a:p>
          <a:p>
            <a:r>
              <a:rPr lang="en-GB" dirty="0"/>
              <a:t>We may need to work out the best way to do this – whether to do either:</a:t>
            </a:r>
          </a:p>
          <a:p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Maybe half the businesses each time</a:t>
            </a:r>
          </a:p>
          <a:p>
            <a:pPr marL="171450" indent="-171450">
              <a:buFontTx/>
              <a:buChar char="-"/>
            </a:pPr>
            <a:r>
              <a:rPr lang="en-GB" dirty="0"/>
              <a:t>Split the businesses into groups based on the types of challenges they want input on – </a:t>
            </a:r>
            <a:r>
              <a:rPr lang="en-GB" dirty="0" err="1"/>
              <a:t>eg</a:t>
            </a:r>
            <a:r>
              <a:rPr lang="en-GB" dirty="0"/>
              <a:t> sales or marketing or finance 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r>
              <a:rPr lang="en-GB" dirty="0"/>
              <a:t>May need to play it by ear and see what gives the best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369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Shane/Dylan – collating the data for the first session in person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69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4527-FB6C-AF18-BD76-46C0D924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5D2A5-A92A-F4D7-0D2A-22CBAA1AC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74901-CF88-2C9E-AEB5-5F04B70C7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Dylan – after each session, we’ll score the meeting and get feedback to improve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4E99-5A2B-4488-61DC-A2A805610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7C507-6547-44B4-979E-C72FC3E1013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569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832F-8FB0-730A-6144-21A560624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A6485-94A9-AA04-70A8-11F9779E3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291CA-4680-BA9A-A226-9D3AA23B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3D817-865A-4B76-3EB6-724A9D22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74262-7B07-915F-5E34-27FEF21B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8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ED84-D835-3CB7-19C1-DE79E0CD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5DF64-3128-4EA7-E4F6-077D9C04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4C4B4-DFD1-4604-055E-A9C7D8D7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1C2BF-605A-FED5-A619-3E9F010C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77C8-39CC-98CA-D20F-B666DEDC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44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1C55-23F6-C98E-5884-CFC87B7E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C85B2-E12E-7CCB-024B-5F7C39E3C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80A42-1F1A-8D14-F089-057A7130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23569-D337-A37B-C51D-F32FBCFD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CA6C-3D7A-2661-986B-023B32C2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25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2624-5737-69BA-EF9E-5725C166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E3DF-8B9C-2449-52DA-535B277F1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E5DC-F6E6-0607-7D9D-A75C039BE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AC755-4F5F-7E0A-A870-FF977BB1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86A9E-C1B9-7A28-4269-7F79747B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7A2E9-9C03-1E4D-1843-AB3606BE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395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9EEF-F6D6-5C33-84F9-6868554C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450B-D855-2C9E-CBEB-317664AE7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92B5A-BDD9-3C56-32D4-315D48AE6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FBF48-4FAE-100D-A042-A19BA17DC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FE154-265C-8B3A-FADE-9B86C306F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75844-701C-E12F-034D-829F2B21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BDCDE-9633-8FFC-15FF-76745699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AF5C9-E115-7AC7-BF55-3CE96D79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92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3FD8-7210-A4F0-431F-9730AAEF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02933-F163-4FBA-DE74-D50C9D286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36D4A-9D3A-7D41-0D73-0FB2778E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C043D-A8FE-CB85-63A9-4303E914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47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BB6AD-F907-56F0-CE1F-9C4AFF70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33082-B121-7293-77C9-44E8EC39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3838C-A225-64C1-0106-D907D5A9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695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54F4-6EFF-9B3D-9B35-628F2EDB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659F-2E57-FE7B-0225-5F168B7DB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15E4E-821E-4736-D999-4FE7BDDBC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7FD94-ED97-7AA9-5614-DAEE5045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1DE8B-8347-ECDF-5943-E6D2A3C1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3FEB2-06DC-2324-1145-CFC9A6EC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59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CDF3-1384-AC54-6474-8795F442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3659F-47D6-1BB6-B3CE-47251CB95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3E683-8571-056A-F100-5D3BCFA2F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52DD6-37EE-1FE3-9AB4-DFE84866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AD19D-2B8D-9C25-B5D4-8277EA25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F46E4-4617-E1FC-A393-AA389E54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61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55EF-F685-5F93-65FF-8C69405D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5A83B-423A-9520-4B05-96482C988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82E90-5D1E-9F3A-65D3-9B2867A7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EFDA8-ED0D-DA42-4BAA-7B313097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C7306-6063-E14A-EF80-4045D469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8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B359F8-21AD-F7A1-65DD-F0166CBA0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CA293-1C76-3E66-31BA-60B7B1CC5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FF09D-1540-7FEA-25C2-F1603F50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991D-1615-FD5E-4F32-34DBE85B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E0589-8795-9539-2AA6-4530A136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12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F9419-8BF5-611F-87B7-33FF3992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27F1B-9E35-2DDC-A64A-C53209435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870A0-6734-3D70-BF45-23CFAED82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B85C3-E8C2-4F9C-BA91-C34AF4DB8DC2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91278-75F5-BD62-1D54-C87ED71E6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A0086-148A-C919-0EFF-B1711B637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C3826-3EF0-481F-8A2B-55DBDA6C81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28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rl41.mailanyone.net/scanner?m=1vdW4b-000000003u1-2RBi&amp;d=4%7Cmail%2F90%2F1767801600%2F1vdW4b-000000003u1-2RBi%7Cin41t%7C57e1b682%7C10996522%7C13008068%7C695E84D57CCF989A46DF82844FC3CA20&amp;o=%2Fphto%3A%2Fftsi.rmeffcsoHm.cre%2Fjo%2FyuS5JZF&amp;s=06PhaK5uD-lhuVi-t2hztOIte8w" TargetMode="External"/><Relationship Id="rId4" Type="http://schemas.openxmlformats.org/officeDocument/2006/relationships/image" Target="cid:image010.png@01DC7FEE.AB7E2FF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martsheet.com/b/form/f215c95d1a4f4d45a4e03ea2aba8294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18C31-AADF-098C-28F0-9624F9DFE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Chester Business Networking 2026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4E9FA8-E96F-A57A-91FC-39822193B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707233"/>
            <a:ext cx="6780700" cy="344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623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eshire Fire Logo">
            <a:extLst>
              <a:ext uri="{FF2B5EF4-FFF2-40B4-BE49-F238E27FC236}">
                <a16:creationId xmlns:a16="http://schemas.microsoft.com/office/drawing/2014/main" id="{E6562B59-E2A4-226B-6269-3992E8232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535" y="536035"/>
            <a:ext cx="225742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creditations &amp; Policies | About Us | RVT Group">
            <a:extLst>
              <a:ext uri="{FF2B5EF4-FFF2-40B4-BE49-F238E27FC236}">
                <a16:creationId xmlns:a16="http://schemas.microsoft.com/office/drawing/2014/main" id="{00E47BCC-EC91-551B-63CC-71FC6D5D7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80" y="1381400"/>
            <a:ext cx="19907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fety Clothing &amp; Workwear UK | Wise Safety – Est 1992">
            <a:extLst>
              <a:ext uri="{FF2B5EF4-FFF2-40B4-BE49-F238E27FC236}">
                <a16:creationId xmlns:a16="http://schemas.microsoft.com/office/drawing/2014/main" id="{D9AA4869-EFFF-AC41-C11C-E09C5EEDF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8" y="5999482"/>
            <a:ext cx="2085379" cy="62841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AutoShape 14">
            <a:extLst>
              <a:ext uri="{FF2B5EF4-FFF2-40B4-BE49-F238E27FC236}">
                <a16:creationId xmlns:a16="http://schemas.microsoft.com/office/drawing/2014/main" id="{592A2EBC-D598-952C-B139-36F847BB9C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40" name="Picture 16" descr="Merlin Architectural Ltd | LinkedIn">
            <a:extLst>
              <a:ext uri="{FF2B5EF4-FFF2-40B4-BE49-F238E27FC236}">
                <a16:creationId xmlns:a16="http://schemas.microsoft.com/office/drawing/2014/main" id="{D48715DF-849E-7F28-7F96-FCA0982FA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637" y="4501880"/>
            <a:ext cx="19050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ancastria LLP | 领英">
            <a:extLst>
              <a:ext uri="{FF2B5EF4-FFF2-40B4-BE49-F238E27FC236}">
                <a16:creationId xmlns:a16="http://schemas.microsoft.com/office/drawing/2014/main" id="{A080ACB2-F9EC-37EB-1C79-A9AEF7740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280" y="4757231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Office &amp; Workspace Refurbishment ...">
            <a:extLst>
              <a:ext uri="{FF2B5EF4-FFF2-40B4-BE49-F238E27FC236}">
                <a16:creationId xmlns:a16="http://schemas.microsoft.com/office/drawing/2014/main" id="{A6298320-5D70-864F-22F1-F23720F1A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15" y="2898437"/>
            <a:ext cx="1309688" cy="130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Clock Corner | Warrington">
            <a:extLst>
              <a:ext uri="{FF2B5EF4-FFF2-40B4-BE49-F238E27FC236}">
                <a16:creationId xmlns:a16="http://schemas.microsoft.com/office/drawing/2014/main" id="{7F598413-1503-81D0-B6F2-5013234E7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8145" r="-1" b="34087"/>
          <a:stretch>
            <a:fillRect/>
          </a:stretch>
        </p:blipFill>
        <p:spPr bwMode="auto">
          <a:xfrm>
            <a:off x="5878149" y="536035"/>
            <a:ext cx="2068039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Unilab Logo Laboratory Manufacturers UK">
            <a:extLst>
              <a:ext uri="{FF2B5EF4-FFF2-40B4-BE49-F238E27FC236}">
                <a16:creationId xmlns:a16="http://schemas.microsoft.com/office/drawing/2014/main" id="{2A3E188A-65CC-0A50-49AC-00A7D303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324" y="3204352"/>
            <a:ext cx="186690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Hardwoods Group | Oak Frame Building ...">
            <a:extLst>
              <a:ext uri="{FF2B5EF4-FFF2-40B4-BE49-F238E27FC236}">
                <a16:creationId xmlns:a16="http://schemas.microsoft.com/office/drawing/2014/main" id="{0ABDB847-080E-77C1-D5F0-DBC42A6B9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602533"/>
            <a:ext cx="2058311" cy="40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Alphabond">
            <a:extLst>
              <a:ext uri="{FF2B5EF4-FFF2-40B4-BE49-F238E27FC236}">
                <a16:creationId xmlns:a16="http://schemas.microsoft.com/office/drawing/2014/main" id="{90EF2B47-765F-7D8D-3CC6-3AD0C1658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732" y="6140357"/>
            <a:ext cx="1599990" cy="36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OptimOil Ltd | LinkedIn">
            <a:extLst>
              <a:ext uri="{FF2B5EF4-FFF2-40B4-BE49-F238E27FC236}">
                <a16:creationId xmlns:a16="http://schemas.microsoft.com/office/drawing/2014/main" id="{301E214C-0DAC-D26A-B379-09F1B829A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555" y="4435819"/>
            <a:ext cx="11049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Home | BCF Pension Trust">
            <a:extLst>
              <a:ext uri="{FF2B5EF4-FFF2-40B4-BE49-F238E27FC236}">
                <a16:creationId xmlns:a16="http://schemas.microsoft.com/office/drawing/2014/main" id="{5C2A2A59-C7E5-66DE-0F7A-52114E2B8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563" y="4600394"/>
            <a:ext cx="1409700" cy="60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Steve Hayward - Partner | LinkedIn">
            <a:extLst>
              <a:ext uri="{FF2B5EF4-FFF2-40B4-BE49-F238E27FC236}">
                <a16:creationId xmlns:a16="http://schemas.microsoft.com/office/drawing/2014/main" id="{2F4ABFA4-E948-17BC-A5D0-55EB05145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979" y="4448527"/>
            <a:ext cx="1657545" cy="41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Chespack Hygiene - Made Blue Foundation">
            <a:extLst>
              <a:ext uri="{FF2B5EF4-FFF2-40B4-BE49-F238E27FC236}">
                <a16:creationId xmlns:a16="http://schemas.microsoft.com/office/drawing/2014/main" id="{1E421404-0834-AA6F-A110-52F5E3910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766" y="5682980"/>
            <a:ext cx="1809552" cy="86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Learning Hub - Office Coffee Machine ...">
            <a:extLst>
              <a:ext uri="{FF2B5EF4-FFF2-40B4-BE49-F238E27FC236}">
                <a16:creationId xmlns:a16="http://schemas.microsoft.com/office/drawing/2014/main" id="{320C054B-04EC-133D-F341-C15E46128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137" y="5794829"/>
            <a:ext cx="2421985" cy="60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Keystone">
            <a:extLst>
              <a:ext uri="{FF2B5EF4-FFF2-40B4-BE49-F238E27FC236}">
                <a16:creationId xmlns:a16="http://schemas.microsoft.com/office/drawing/2014/main" id="{350B6D9F-DF1D-CE57-010E-7E4B1CB47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889" y="1547199"/>
            <a:ext cx="2273374" cy="40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 descr="FS animal health UK">
            <a:extLst>
              <a:ext uri="{FF2B5EF4-FFF2-40B4-BE49-F238E27FC236}">
                <a16:creationId xmlns:a16="http://schemas.microsoft.com/office/drawing/2014/main" id="{D201607D-3C20-8B86-A99B-3076F46B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868" y="860126"/>
            <a:ext cx="1104900" cy="80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OvoGard logo">
            <a:extLst>
              <a:ext uri="{FF2B5EF4-FFF2-40B4-BE49-F238E27FC236}">
                <a16:creationId xmlns:a16="http://schemas.microsoft.com/office/drawing/2014/main" id="{8B132B3A-59BE-2B8F-7BCB-D96DAE58A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129" y="1805300"/>
            <a:ext cx="830730" cy="83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A05B90-3DC0-EF7F-82C9-C50F3F7B3CCE}"/>
              </a:ext>
            </a:extLst>
          </p:cNvPr>
          <p:cNvSpPr txBox="1"/>
          <p:nvPr/>
        </p:nvSpPr>
        <p:spPr>
          <a:xfrm>
            <a:off x="4336750" y="2665743"/>
            <a:ext cx="3609438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19 Businesses locally…</a:t>
            </a:r>
          </a:p>
        </p:txBody>
      </p:sp>
      <p:pic>
        <p:nvPicPr>
          <p:cNvPr id="2" name="Picture 2" descr="Dental build, design &amp; fit out - HiSpace">
            <a:extLst>
              <a:ext uri="{FF2B5EF4-FFF2-40B4-BE49-F238E27FC236}">
                <a16:creationId xmlns:a16="http://schemas.microsoft.com/office/drawing/2014/main" id="{841FF2C9-EF31-6636-3C37-1333129C4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15" y="340046"/>
            <a:ext cx="1503726" cy="82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69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E40D-ED3A-7329-C124-CA857B53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Dylan - Context for the basis: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2F726C-06C9-9C91-EDA9-E931BBC841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31091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5100" dirty="0"/>
              <a:t>9</a:t>
            </a:r>
            <a:r>
              <a:rPr lang="en-GB" sz="5100" baseline="30000" dirty="0"/>
              <a:t>th</a:t>
            </a:r>
            <a:r>
              <a:rPr lang="en-GB" sz="5100" dirty="0"/>
              <a:t> October 2024 – DAH to Darryl Newton:</a:t>
            </a:r>
          </a:p>
          <a:p>
            <a:pPr marL="0" indent="0">
              <a:buNone/>
            </a:pPr>
            <a:endParaRPr lang="en-GB" sz="5100" dirty="0"/>
          </a:p>
          <a:p>
            <a:r>
              <a:rPr lang="en-GB" sz="5100" dirty="0"/>
              <a:t>Use an external chair to get ideas – get them to pump the businesses up</a:t>
            </a:r>
          </a:p>
          <a:p>
            <a:r>
              <a:rPr lang="en-GB" sz="5100" dirty="0"/>
              <a:t> Sharing numbers – it is difficult if you don’t. </a:t>
            </a:r>
          </a:p>
          <a:p>
            <a:r>
              <a:rPr lang="en-GB" sz="5100" dirty="0"/>
              <a:t>Meeting could run like this: I’m looking to grow my business, these are my numbers, this is my team, this is what we do, how can we grow and what do we need to do?</a:t>
            </a:r>
          </a:p>
          <a:p>
            <a:r>
              <a:rPr lang="en-GB" sz="5100" dirty="0"/>
              <a:t>Getting the place more sustainable</a:t>
            </a:r>
          </a:p>
          <a:p>
            <a:r>
              <a:rPr lang="en-GB" sz="5100" dirty="0"/>
              <a:t>Father goes by open and honest communication removes the anxiety of the unknown. </a:t>
            </a:r>
            <a:endParaRPr lang="en-GB" sz="5100" b="1" dirty="0"/>
          </a:p>
          <a:p>
            <a:r>
              <a:rPr lang="en-GB" sz="5100" dirty="0"/>
              <a:t> Need for networking together and use resource amongst the brethren. </a:t>
            </a:r>
            <a:endParaRPr lang="en-GB" sz="5100" b="1" dirty="0"/>
          </a:p>
          <a:p>
            <a:r>
              <a:rPr lang="en-GB" sz="5100" dirty="0"/>
              <a:t> Meetings could run every quarter or every 6 months</a:t>
            </a:r>
            <a:endParaRPr lang="en-GB" sz="5100" b="1" dirty="0"/>
          </a:p>
          <a:p>
            <a:r>
              <a:rPr lang="en-GB" sz="5100" dirty="0"/>
              <a:t>Attending – all business owners there, and managers if owners happy. </a:t>
            </a:r>
          </a:p>
          <a:p>
            <a:r>
              <a:rPr lang="en-GB" sz="5100" dirty="0"/>
              <a:t>Employment – working together and so businesses can be strengthened. </a:t>
            </a:r>
            <a:endParaRPr lang="en-GB" sz="5100" b="1" dirty="0"/>
          </a:p>
          <a:p>
            <a:r>
              <a:rPr lang="en-GB" sz="5100" dirty="0"/>
              <a:t> Only number spoke about EBITDA. How can increase that? </a:t>
            </a:r>
            <a:endParaRPr lang="en-GB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919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FB8A-2954-CBED-E988-4135135F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7064-EAE5-F530-59CD-60B3BFDF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Ross - Our Shared Vision for Chester for next 3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6F37-461C-C1B1-C48F-5C4AC8046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5397"/>
            <a:ext cx="10515600" cy="885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“ An administration for the benefit of all“</a:t>
            </a:r>
          </a:p>
        </p:txBody>
      </p:sp>
    </p:spTree>
    <p:extLst>
      <p:ext uri="{BB962C8B-B14F-4D97-AF65-F5344CB8AC3E}">
        <p14:creationId xmlns:p14="http://schemas.microsoft.com/office/powerpoint/2010/main" val="414891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95AD-A792-D5D2-0D6A-871BE708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Dylan - 2026 SCHEDULE – the 2</a:t>
            </a:r>
            <a:r>
              <a:rPr lang="en-GB" sz="4000" baseline="30000" dirty="0"/>
              <a:t>nd</a:t>
            </a:r>
            <a:r>
              <a:rPr lang="en-GB" sz="4000" dirty="0"/>
              <a:t> Friday of the month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9E88D86-7C83-442A-6AAB-0879614B2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437578"/>
              </p:ext>
            </p:extLst>
          </p:nvPr>
        </p:nvGraphicFramePr>
        <p:xfrm>
          <a:off x="190831" y="1459865"/>
          <a:ext cx="11370364" cy="5290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171">
                  <a:extLst>
                    <a:ext uri="{9D8B030D-6E8A-4147-A177-3AD203B41FA5}">
                      <a16:colId xmlns:a16="http://schemas.microsoft.com/office/drawing/2014/main" val="1225589535"/>
                    </a:ext>
                  </a:extLst>
                </a:gridCol>
                <a:gridCol w="2759102">
                  <a:extLst>
                    <a:ext uri="{9D8B030D-6E8A-4147-A177-3AD203B41FA5}">
                      <a16:colId xmlns:a16="http://schemas.microsoft.com/office/drawing/2014/main" val="3946991717"/>
                    </a:ext>
                  </a:extLst>
                </a:gridCol>
                <a:gridCol w="1833639">
                  <a:extLst>
                    <a:ext uri="{9D8B030D-6E8A-4147-A177-3AD203B41FA5}">
                      <a16:colId xmlns:a16="http://schemas.microsoft.com/office/drawing/2014/main" val="1168015777"/>
                    </a:ext>
                  </a:extLst>
                </a:gridCol>
                <a:gridCol w="4519452">
                  <a:extLst>
                    <a:ext uri="{9D8B030D-6E8A-4147-A177-3AD203B41FA5}">
                      <a16:colId xmlns:a16="http://schemas.microsoft.com/office/drawing/2014/main" val="4135281739"/>
                    </a:ext>
                  </a:extLst>
                </a:gridCol>
              </a:tblGrid>
              <a:tr h="458298">
                <a:tc>
                  <a:txBody>
                    <a:bodyPr/>
                    <a:lstStyle/>
                    <a:p>
                      <a:r>
                        <a:rPr lang="en-GB" sz="1200" dirty="0"/>
                        <a:t>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FACILITATOR AND EXTERNAL CHAIRMAN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KEY 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986325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JANUARY 9</a:t>
                      </a:r>
                      <a:r>
                        <a:rPr lang="en-GB" sz="1200" baseline="30000" dirty="0"/>
                        <a:t>th </a:t>
                      </a:r>
                      <a:endParaRPr lang="en-GB" sz="1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TEAMS LAUNCH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CHRIS SIMPSON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LAUNCH AND SET OUT 2026 SHEDULE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934057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FEBRUARY 13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QUARTERLY F2F 7AM – 11:00AM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7553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MARCH 13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68390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APRIL 10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2573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MAY 8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QUARTERLY F2F 7AM – 11:00AM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85652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JUNE 12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881511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JULY 10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86837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AUGUST 14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QUARTERLY F2F 7AM – 11:00AM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788209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SEPTEMBER 11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82190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OCTOBER 9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455256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NOVEMBER 13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QUARTERLY F2F 7AM – 11:00AM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639846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DECEMBER 11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20821"/>
                  </a:ext>
                </a:extLst>
              </a:tr>
              <a:tr h="371730">
                <a:tc>
                  <a:txBody>
                    <a:bodyPr/>
                    <a:lstStyle/>
                    <a:p>
                      <a:r>
                        <a:rPr lang="en-GB" sz="1200" dirty="0"/>
                        <a:t>DECEMBER 11</a:t>
                      </a:r>
                      <a:r>
                        <a:rPr lang="en-GB" sz="1200" baseline="30000" dirty="0"/>
                        <a:t>th</a:t>
                      </a:r>
                      <a:r>
                        <a:rPr lang="en-GB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TEAMS 7am – 07:30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004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82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524C4-11E1-C60C-F7A7-277BCBD5E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AGGREGATE EBITDA (SHANE)</a:t>
            </a:r>
          </a:p>
        </p:txBody>
      </p:sp>
      <p:pic>
        <p:nvPicPr>
          <p:cNvPr id="1026" name="Chart 1">
            <a:extLst>
              <a:ext uri="{FF2B5EF4-FFF2-40B4-BE49-F238E27FC236}">
                <a16:creationId xmlns:a16="http://schemas.microsoft.com/office/drawing/2014/main" id="{3B262828-CA9A-B54E-9C6C-A7650F57F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857867"/>
            <a:ext cx="6780700" cy="513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16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A6D5E-B573-C401-2AC4-7C2CC719D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532" y="640080"/>
            <a:ext cx="419693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Can we measure a common KPI across all the businesses?</a:t>
            </a:r>
          </a:p>
        </p:txBody>
      </p:sp>
      <p:pic>
        <p:nvPicPr>
          <p:cNvPr id="2050" name="Picture 2" descr="The KPI dashboard - Seeing the big picture - Intrafocus">
            <a:extLst>
              <a:ext uri="{FF2B5EF4-FFF2-40B4-BE49-F238E27FC236}">
                <a16:creationId xmlns:a16="http://schemas.microsoft.com/office/drawing/2014/main" id="{06726E7F-8C7E-24AB-F92B-A46B30FE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7" r="-1" b="-1"/>
          <a:stretch>
            <a:fillRect/>
          </a:stretch>
        </p:blipFill>
        <p:spPr bwMode="auto">
          <a:xfrm>
            <a:off x="866691" y="1216968"/>
            <a:ext cx="5416261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sketchy line">
            <a:extLst>
              <a:ext uri="{FF2B5EF4-FFF2-40B4-BE49-F238E27FC236}">
                <a16:creationId xmlns:a16="http://schemas.microsoft.com/office/drawing/2014/main" id="{3F9B0603-37C5-4312-AE4D-A3D01547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532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5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92F3-A219-E1EF-0D62-C87D2599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 Key Win and 1 blocker to growth per business – 10 mins (complete slides first)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C1DE39-0E13-9EFE-2978-FEC448F09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518645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871">
                  <a:extLst>
                    <a:ext uri="{9D8B030D-6E8A-4147-A177-3AD203B41FA5}">
                      <a16:colId xmlns:a16="http://schemas.microsoft.com/office/drawing/2014/main" val="2525259474"/>
                    </a:ext>
                  </a:extLst>
                </a:gridCol>
                <a:gridCol w="6956729">
                  <a:extLst>
                    <a:ext uri="{9D8B030D-6E8A-4147-A177-3AD203B41FA5}">
                      <a16:colId xmlns:a16="http://schemas.microsoft.com/office/drawing/2014/main" val="2852443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Business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68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Key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399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Key Blocker to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95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Brainstorm ideas as a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73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Capture clear executable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388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48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D388-A3AA-51BE-B8BB-6228BE53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some feedback for first F2F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B84EB542-5871-349C-14B8-CF05F0A73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26" y="1690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C5E846CF-1C24-5FA1-6B5B-36380CD5F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478" y="2879408"/>
            <a:ext cx="3089710" cy="311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3BF9F745-5830-EE2A-41B8-BC9312805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26" y="45672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rgbClr val="3A3A3A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5"/>
              </a:rPr>
              <a:t>VELOCITY 26 - CHESTER - Launch Feedback Form – Fill out form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457F77-335A-451E-FB45-097093193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Scan the QR to fill in the form and input what the No1 blocker that you would want input on</a:t>
            </a:r>
          </a:p>
          <a:p>
            <a:r>
              <a:rPr lang="en-GB" dirty="0"/>
              <a:t>Select what the main KPI’s you track are</a:t>
            </a:r>
          </a:p>
        </p:txBody>
      </p:sp>
    </p:spTree>
    <p:extLst>
      <p:ext uri="{BB962C8B-B14F-4D97-AF65-F5344CB8AC3E}">
        <p14:creationId xmlns:p14="http://schemas.microsoft.com/office/powerpoint/2010/main" val="180118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F05B00-5470-F5D7-2D9E-AC3ED544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18FD-2048-53D7-3564-06D2CFEB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15EE5-5165-856D-B386-F1B7D07B9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Confirm Actions – what by when by who</a:t>
            </a:r>
          </a:p>
          <a:p>
            <a:r>
              <a:rPr lang="en-GB" dirty="0"/>
              <a:t>Score the meeting out of 10</a:t>
            </a:r>
          </a:p>
          <a:p>
            <a:r>
              <a:rPr lang="en-GB" dirty="0"/>
              <a:t>Please fill in the survey that will be sent around after to give feedback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7FED2B-E77F-9AFB-B13E-BFB5F79CBCE6}"/>
              </a:ext>
            </a:extLst>
          </p:cNvPr>
          <p:cNvSpPr txBox="1"/>
          <p:nvPr/>
        </p:nvSpPr>
        <p:spPr>
          <a:xfrm>
            <a:off x="773265" y="5401774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https://app.smartsheet.com/b/form/f215c95d1a4f4d45a4e03ea2aba82943</a:t>
            </a:r>
            <a:r>
              <a:rPr lang="en-GB" dirty="0"/>
              <a:t> </a:t>
            </a:r>
          </a:p>
        </p:txBody>
      </p:sp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971098BC-DE2A-CDB9-1935-8F56C2469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897" y="3759366"/>
            <a:ext cx="2733509" cy="27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8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816</Words>
  <Application>Microsoft Office PowerPoint</Application>
  <PresentationFormat>Widescreen</PresentationFormat>
  <Paragraphs>103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Chester Business Networking 2026</vt:lpstr>
      <vt:lpstr>PowerPoint Presentation</vt:lpstr>
      <vt:lpstr>Dylan - Context for the basis:</vt:lpstr>
      <vt:lpstr>Ross - Our Shared Vision for Chester for next 3 years</vt:lpstr>
      <vt:lpstr>Dylan - 2026 SCHEDULE – the 2nd Friday of the month</vt:lpstr>
      <vt:lpstr>AGGREGATE EBITDA (SHANE)</vt:lpstr>
      <vt:lpstr>Can we measure a common KPI across all the businesses?</vt:lpstr>
      <vt:lpstr>1 Key Win and 1 blocker to growth per business – 10 mins (complete slides first) </vt:lpstr>
      <vt:lpstr>Getting some feedback for first F2F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Shaw</dc:creator>
  <cp:lastModifiedBy>Dylan Shaw</cp:lastModifiedBy>
  <cp:revision>2</cp:revision>
  <dcterms:created xsi:type="dcterms:W3CDTF">2025-11-22T13:07:10Z</dcterms:created>
  <dcterms:modified xsi:type="dcterms:W3CDTF">2026-01-08T21:01:12Z</dcterms:modified>
</cp:coreProperties>
</file>